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932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228600" cy="50794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AWS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Architecture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: Rahul Krishnan 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45720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291840"/>
            <a:ext cx="1577340" cy="256032"/>
          </a:xfrm>
          <a:prstGeom prst="rect">
            <a:avLst/>
          </a:prstGeom>
          <a:solidFill>
            <a:srgbClr val="1E293B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91840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≥ 1.7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89988" y="3291840"/>
            <a:ext cx="1837944" cy="256032"/>
          </a:xfrm>
          <a:prstGeom prst="rect">
            <a:avLst/>
          </a:prstGeom>
          <a:solidFill>
            <a:srgbClr val="1E293B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89988" y="3291840"/>
            <a:ext cx="1837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Provider ~&gt;5.0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37660" y="3291840"/>
            <a:ext cx="2011680" cy="256032"/>
          </a:xfrm>
          <a:prstGeom prst="rect">
            <a:avLst/>
          </a:prstGeom>
          <a:solidFill>
            <a:srgbClr val="1E293B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7660" y="3291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 ARM64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59068" y="3291840"/>
            <a:ext cx="1924812" cy="256032"/>
          </a:xfrm>
          <a:prstGeom prst="rect">
            <a:avLst/>
          </a:prstGeom>
          <a:solidFill>
            <a:srgbClr val="1E293B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9068" y="3291840"/>
            <a:ext cx="19248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t4g.small Graviton2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 deployment of WordPress stack on AWS — split across two dedicated VPCs (app tier + data tier) connected via VPC Peering. No manual steps except the configuration of WordPress, no hard-coded passwords, no SSH keys.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2880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273552"/>
            <a:ext cx="201168" cy="201168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735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200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 private subnets — no direct public access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685032"/>
            <a:ext cx="201168" cy="201168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6850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" y="3611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for DB creds — zero hard-coded passwords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4096512"/>
            <a:ext cx="201168" cy="201168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965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4023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Session Manager — no SSH keys, no bastion host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3273552"/>
            <a:ext cx="201168" cy="201168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2735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200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t4g.small ARM Graviton2 — ~20% cheaper than x86 equivalent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17720" y="3685032"/>
            <a:ext cx="201168" cy="201168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6850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3611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Peering — DB isolated in its own VPC (VPC2)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Dual-VPC Design on AWS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F89DDF0-3C85-B76B-3DFF-9BB0B66B4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27" y="905257"/>
            <a:ext cx="8321040" cy="452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TERRAFORM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Structure — What Each Does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160520" cy="548640"/>
          </a:xfrm>
          <a:prstGeom prst="rect">
            <a:avLst/>
          </a:prstGeom>
          <a:solidFill>
            <a:srgbClr val="F8F9FB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97280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3385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providers.tf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37160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Random provider versions, default tags (Project / Owner / ManagedBy)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4160520" cy="548640"/>
          </a:xfrm>
          <a:prstGeom prst="rect">
            <a:avLst/>
          </a:prstGeom>
          <a:solidFill>
            <a:srgbClr val="F8F9FB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19072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75564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" y="199339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 variables with defaults; name prefix validation ≤20 chars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340864"/>
            <a:ext cx="4160520" cy="548640"/>
          </a:xfrm>
          <a:prstGeom prst="rect">
            <a:avLst/>
          </a:prstGeom>
          <a:solidFill>
            <a:srgbClr val="F8F9FB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340864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3774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networking.tf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9768" y="261518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1 &amp; 2, 6 subnets, IGW, NAT GW (EIP), VPC Peering, route tables, NACLs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962656"/>
            <a:ext cx="4160520" cy="548640"/>
          </a:xfrm>
          <a:prstGeom prst="rect">
            <a:avLst/>
          </a:prstGeom>
          <a:solidFill>
            <a:srgbClr val="F8F9FB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62656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99923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security.tf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" y="32369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SGs — ALB (internet), EC2 (ALB SG ref only), EFS (EC2 SG ref), RDS (CIDR)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584448"/>
            <a:ext cx="4160520" cy="548640"/>
          </a:xfrm>
          <a:prstGeom prst="rect">
            <a:avLst/>
          </a:prstGeom>
          <a:solidFill>
            <a:srgbClr val="F8F9FB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584448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62102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iam.tf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9768" y="385876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role — SSM + scoped Secrets Manager + EFS mount policies + instance profile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206240"/>
            <a:ext cx="4160520" cy="548640"/>
          </a:xfrm>
          <a:prstGeom prst="rect">
            <a:avLst/>
          </a:prstGeom>
          <a:solidFill>
            <a:srgbClr val="F8F9FB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206240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424281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secrets.tf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9768" y="448056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random_password 32-char, random_string username, Secrets Manager secret + IAM read policy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097280"/>
            <a:ext cx="4160520" cy="548640"/>
          </a:xfrm>
          <a:prstGeom prst="rect">
            <a:avLst/>
          </a:prstGeom>
          <a:solidFill>
            <a:srgbClr val="F8F9FB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097280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113385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rds.tf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64608" y="137160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db.t4g.small Multi-AZ, gp3 20 GB encrypted, subnet group across VPC2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1719072"/>
            <a:ext cx="4160520" cy="548640"/>
          </a:xfrm>
          <a:prstGeom prst="rect">
            <a:avLst/>
          </a:prstGeom>
          <a:solidFill>
            <a:srgbClr val="F8F9FB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719072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175564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efs.tf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64608" y="199339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 filesystem (encrypted, bursting), mount targets in both private AZs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340864"/>
            <a:ext cx="4160520" cy="548640"/>
          </a:xfrm>
          <a:prstGeom prst="rect">
            <a:avLst/>
          </a:prstGeom>
          <a:solidFill>
            <a:srgbClr val="F8F9FB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340864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23774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asg.tf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64608" y="261518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 + ASG (min 1 / desired 2 / max 4), CPU scaling, CloudWatch alarms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2962656"/>
            <a:ext cx="4160520" cy="548640"/>
          </a:xfrm>
          <a:prstGeom prst="rect">
            <a:avLst/>
          </a:prstGeom>
          <a:solidFill>
            <a:srgbClr val="F8F9FB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2962656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299923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alb.tf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64608" y="32369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Internet-facing ALB, lb_cookie sticky TG, /health check, HTTP :80 listener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3584448"/>
            <a:ext cx="4160520" cy="548640"/>
          </a:xfrm>
          <a:prstGeom prst="rect">
            <a:avLst/>
          </a:prstGeom>
          <a:solidFill>
            <a:srgbClr val="F8F9FB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584448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362102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64608" y="385876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URL, admin URL, secret ARN, EFS ID, ASG name, NAT EIP, peering ID</a:t>
            </a:r>
            <a:endParaRPr lang="en-US" sz="900" dirty="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B220CF48-7C41-5B5A-2448-78CEFD9BC374}"/>
              </a:ext>
            </a:extLst>
          </p:cNvPr>
          <p:cNvSpPr/>
          <p:nvPr/>
        </p:nvSpPr>
        <p:spPr>
          <a:xfrm>
            <a:off x="4751498" y="4197431"/>
            <a:ext cx="4160520" cy="548640"/>
          </a:xfrm>
          <a:prstGeom prst="rect">
            <a:avLst/>
          </a:prstGeom>
          <a:solidFill>
            <a:srgbClr val="F8F9FB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6">
            <a:extLst>
              <a:ext uri="{FF2B5EF4-FFF2-40B4-BE49-F238E27FC236}">
                <a16:creationId xmlns:a16="http://schemas.microsoft.com/office/drawing/2014/main" id="{6BADE61C-4D52-29C0-6E65-5ABBDDF4BF53}"/>
              </a:ext>
            </a:extLst>
          </p:cNvPr>
          <p:cNvSpPr/>
          <p:nvPr/>
        </p:nvSpPr>
        <p:spPr>
          <a:xfrm>
            <a:off x="4751498" y="4204204"/>
            <a:ext cx="4572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3" name="Text 47">
            <a:extLst>
              <a:ext uri="{FF2B5EF4-FFF2-40B4-BE49-F238E27FC236}">
                <a16:creationId xmlns:a16="http://schemas.microsoft.com/office/drawing/2014/main" id="{5285A0B8-65D8-F4C5-5744-DC7A8657BF38}"/>
              </a:ext>
            </a:extLst>
          </p:cNvPr>
          <p:cNvSpPr/>
          <p:nvPr/>
        </p:nvSpPr>
        <p:spPr>
          <a:xfrm>
            <a:off x="4861226" y="424078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userdata.sh</a:t>
            </a:r>
            <a:endParaRPr lang="en-US" sz="1050" dirty="0"/>
          </a:p>
        </p:txBody>
      </p:sp>
      <p:sp>
        <p:nvSpPr>
          <p:cNvPr id="54" name="Text 48">
            <a:extLst>
              <a:ext uri="{FF2B5EF4-FFF2-40B4-BE49-F238E27FC236}">
                <a16:creationId xmlns:a16="http://schemas.microsoft.com/office/drawing/2014/main" id="{6B5224B3-7978-DAE5-2E95-9C0ED9D3A917}"/>
              </a:ext>
            </a:extLst>
          </p:cNvPr>
          <p:cNvSpPr/>
          <p:nvPr/>
        </p:nvSpPr>
        <p:spPr>
          <a:xfrm>
            <a:off x="4861226" y="447852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installs and configures WordPress, Nginx, PHP, and EFS during EC2 instance launch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BOOTSTRAP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userdata.sh — EC2 Boot Sequence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347472" cy="34747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11521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Check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13898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aws.amazon.com up to 30× before proceeding — ensures NAT Gateway is routing before package installs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" y="1536192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0040" y="2084832"/>
            <a:ext cx="347472" cy="34747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84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" y="20665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LEMP Stack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" y="23042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 update → amazon-linux-extras enable nginx1 php8.1 → install Nginx, PHP-FPM, all WordPress PHP extensions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" y="2450592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040" y="2999232"/>
            <a:ext cx="347472" cy="34747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" y="2980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EFS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" y="3218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shared EFS at /var/www/html via TLS + IAM. All ASG instances share the same web root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" y="3364992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20040" y="3913632"/>
            <a:ext cx="347472" cy="34747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13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" y="38953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First-Boot Lock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" y="41330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Flock-based lock on EFS — only the PRIMARY instance downloads WordPress and writes wp-config.php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1170432"/>
            <a:ext cx="347472" cy="34747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1704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76672" y="11521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DB Credentials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76672" y="13898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secretsmanager get-secret-value via IAM role → parse JSON with jq → inject into wp-config.php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11496" y="1536192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937760" y="2084832"/>
            <a:ext cx="347472" cy="34747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084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76672" y="20665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WordPress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76672" y="23042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wget latest.tar.gz → extract to EFS. Secondary instances wait for wp-config.php to appear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11496" y="2450592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937760" y="2999232"/>
            <a:ext cx="347472" cy="34747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76672" y="2980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Nginx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76672" y="3218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wordpress.conf with try_files for clean URLs, FastCGI PHP-FPM socket, /health → 200 for ALB checks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apply: open ALB DNS in browser → complete WordPress setup wizard (site title, admin user, password). No SSM needed.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Deploy — Step by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53007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57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1097280"/>
            <a:ext cx="3200400" cy="45720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11430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AWS + random providers, initialises lock 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709928"/>
            <a:ext cx="457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1709928"/>
            <a:ext cx="3200400" cy="45720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709928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175564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resources before creating anything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22576"/>
            <a:ext cx="457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2322576"/>
            <a:ext cx="3200400" cy="45720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322576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23682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full stack — takes ~10–15 min (RDS Multi-AZ + ASG health checks)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935224"/>
            <a:ext cx="457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2935224"/>
            <a:ext cx="3200400" cy="45720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2935224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298094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alb_dns_name, asg_name, db_secret_arn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547872"/>
            <a:ext cx="457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" y="3547872"/>
            <a:ext cx="3200400" cy="45720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547872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ALB DNS in browser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06240" y="3593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~5 min for instances to boot, mount EFS, and pass ALB health checks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160520"/>
            <a:ext cx="457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68680" y="4160520"/>
            <a:ext cx="3200400" cy="45720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WordPress wizard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06240" y="42062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site title, admin username, password, email — one time only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F8F9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 AWS CLI configured  ·  Terraform ≥ 1.7.0  ·  Sufficient IAM permissions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LIMITATIONS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 &amp; Production Fixes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29260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698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97480" y="10698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11880" y="106984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FIX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081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/ TLS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1463040"/>
            <a:ext cx="713232" cy="237744"/>
          </a:xfrm>
          <a:prstGeom prst="rect">
            <a:avLst/>
          </a:prstGeom>
          <a:solidFill>
            <a:srgbClr val="FEF2F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46304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14081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certificate + port 443 listener + HTTP→HTTPS redirect on ALB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1909404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459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RDS Backups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97480" y="2000844"/>
            <a:ext cx="713232" cy="237744"/>
          </a:xfrm>
          <a:prstGeom prst="rect">
            <a:avLst/>
          </a:prstGeom>
          <a:solidFill>
            <a:srgbClr val="FEF2F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200084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11880" y="19459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backup_retention_period ≥ 7, enable deletion_protection = true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2384892"/>
            <a:ext cx="8503920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4214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97480" y="2476332"/>
            <a:ext cx="713232" cy="237744"/>
          </a:xfrm>
          <a:prstGeom prst="rect">
            <a:avLst/>
          </a:prstGeom>
          <a:solidFill>
            <a:srgbClr val="FFFBEB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247633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11880" y="24214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AWS WAF WebACL with managed rule groups to ALB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2860380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8969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97480" y="2951820"/>
            <a:ext cx="713232" cy="237744"/>
          </a:xfrm>
          <a:prstGeom prst="rect">
            <a:avLst/>
          </a:prstGeom>
          <a:solidFill>
            <a:srgbClr val="F0FDF4"/>
          </a:solidFill>
          <a:ln w="762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29518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11880" y="28969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distribution in front of ALB for edge caching &amp; HTTPS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3335868"/>
            <a:ext cx="8503920" cy="438912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3724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Terraform state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97480" y="3427308"/>
            <a:ext cx="713232" cy="237744"/>
          </a:xfrm>
          <a:prstGeom prst="rect">
            <a:avLst/>
          </a:prstGeom>
          <a:solidFill>
            <a:srgbClr val="FFFBEB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342730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11880" y="33724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backend + DynamoDB state locking for team use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811356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8479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CloudWatch Dashboard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97480" y="3902796"/>
            <a:ext cx="713232" cy="237744"/>
          </a:xfrm>
          <a:prstGeom prst="rect">
            <a:avLst/>
          </a:prstGeom>
          <a:solidFill>
            <a:srgbClr val="F0FDF4"/>
          </a:solidFill>
          <a:ln w="762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97480" y="3902796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11880" y="38479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unified dashboard — CPU, ALB 5xx, RDS connections, EFS throughput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Assessment Demonstrates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11480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087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Dual-VPC Isolation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80136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unreachable from internet — strong network separation at infrastructure level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11480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14600"/>
            <a:ext cx="411480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6060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Compute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9864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 with t4g.small Graviton2 across 2 AZs — scales on CPU, no manual intervention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411480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11880"/>
            <a:ext cx="411480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7033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EFS Web Root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99592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instances share /var/www/html — uploads consistent, no split-brain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1417320"/>
            <a:ext cx="411480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417320"/>
            <a:ext cx="411480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15087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Hard-Coded Creds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180136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+ IAM roles — credentials never in code, state, or shell history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514600"/>
            <a:ext cx="411480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514600"/>
            <a:ext cx="411480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26060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 Security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289864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IMDSv2 + no SSH + SSM + NACLs + SG chaining + all storage encrypted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611880"/>
            <a:ext cx="411480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611880"/>
            <a:ext cx="411480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37033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65192" y="399592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provisions everything end-to-end — fully repeatable, version controlled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945</Words>
  <Application>Microsoft Office PowerPoint</Application>
  <PresentationFormat>On-screen Show (16:9)</PresentationFormat>
  <Paragraphs>145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WordPress HA — Assessment</dc:title>
  <dc:subject>PptxGenJS Presentation</dc:subject>
  <dc:creator>Rahul</dc:creator>
  <cp:lastModifiedBy>Rahul Krishnan</cp:lastModifiedBy>
  <cp:revision>11</cp:revision>
  <dcterms:created xsi:type="dcterms:W3CDTF">2026-05-22T11:56:14Z</dcterms:created>
  <dcterms:modified xsi:type="dcterms:W3CDTF">2026-05-24T05:17:44Z</dcterms:modified>
</cp:coreProperties>
</file>